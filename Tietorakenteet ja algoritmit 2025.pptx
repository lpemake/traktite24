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04" r:id="rId116"/>
    <p:sldId id="405" r:id="rId117"/>
    <p:sldId id="406" r:id="rId118"/>
    <p:sldId id="410" r:id="rId119"/>
    <p:sldId id="407" r:id="rId120"/>
    <p:sldId id="408" r:id="rId121"/>
    <p:sldId id="411" r:id="rId122"/>
    <p:sldId id="413" r:id="rId123"/>
    <p:sldId id="414" r:id="rId124"/>
    <p:sldId id="415" r:id="rId125"/>
    <p:sldId id="416" r:id="rId126"/>
    <p:sldId id="417" r:id="rId127"/>
    <p:sldId id="412" r:id="rId128"/>
    <p:sldId id="420" r:id="rId129"/>
    <p:sldId id="421" r:id="rId130"/>
    <p:sldId id="425" r:id="rId131"/>
    <p:sldId id="426" r:id="rId132"/>
    <p:sldId id="427" r:id="rId133"/>
    <p:sldId id="428" r:id="rId134"/>
    <p:sldId id="429" r:id="rId135"/>
    <p:sldId id="430" r:id="rId136"/>
    <p:sldId id="431" r:id="rId137"/>
    <p:sldId id="423" r:id="rId138"/>
    <p:sldId id="422" r:id="rId139"/>
    <p:sldId id="424" r:id="rId140"/>
    <p:sldId id="432" r:id="rId141"/>
    <p:sldId id="433" r:id="rId142"/>
    <p:sldId id="434" r:id="rId143"/>
    <p:sldId id="435" r:id="rId144"/>
    <p:sldId id="437"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95" d="100"/>
          <a:sy n="95" d="100"/>
        </p:scale>
        <p:origin x="680" y="288"/>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12.1.2026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137</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144</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12.1.2026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8.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metodeja </a:t>
            </a:r>
            <a:r>
              <a:rPr lang="fi-FI" dirty="0" err="1"/>
              <a:t>comparing</a:t>
            </a:r>
            <a:r>
              <a:rPr lang="fi-FI" dirty="0"/>
              <a:t> ja </a:t>
            </a:r>
            <a:r>
              <a:rPr lang="fi-FI" dirty="0" err="1"/>
              <a:t>thenComparing</a:t>
            </a:r>
            <a:r>
              <a:rPr lang="fi-FI" dirty="0"/>
              <a:t>. Tätä tapaa käytetään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85000" lnSpcReduction="20000"/>
          </a:bodyPr>
          <a:lstStyle/>
          <a:p>
            <a:r>
              <a:rPr lang="fi-FI" dirty="0"/>
              <a:t>Edellä oleva esimerkki voidaan tehdä myös alla olevalla tavalla</a:t>
            </a:r>
          </a:p>
          <a:p>
            <a:r>
              <a:rPr lang="fi-FI" dirty="0"/>
              <a:t>Lambda-lausekkeen käyttö järjestämisessä on selkeintä. </a:t>
            </a:r>
            <a:r>
              <a:rPr lang="fi-FI" dirty="0" err="1"/>
              <a:t>Comparable</a:t>
            </a:r>
            <a:r>
              <a:rPr lang="fi-FI" dirty="0"/>
              <a:t>-rajapinnankin toteuttaminen tuntuu turhalta</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olio jokaisesta kunnasta (koodi, nimi, maakunta, väkiluku, pinta-ala)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195942" y="3806134"/>
            <a:ext cx="11450097" cy="1190647"/>
          </a:xfrm>
          <a:prstGeom prst="rect">
            <a:avLst/>
          </a:prstGeom>
          <a:noFill/>
        </p:spPr>
        <p:txBody>
          <a:bodyPr wrap="square">
            <a:spAutoFit/>
          </a:bodyPr>
          <a:lstStyle/>
          <a:p>
            <a:pPr>
              <a:lnSpc>
                <a:spcPts val="1425"/>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ts val="1425"/>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ts val="1425"/>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92500" lnSpcReduction="20000"/>
          </a:bodyPr>
          <a:lstStyle/>
          <a:p>
            <a:r>
              <a:rPr lang="fi-FI" dirty="0"/>
              <a:t>Jatka kunta-tehtävää</a:t>
            </a:r>
          </a:p>
          <a:p>
            <a:r>
              <a:rPr lang="fi-FI" dirty="0"/>
              <a:t>Tee luokka Maakunta, joka sisältää listan sen kunnista</a:t>
            </a:r>
          </a:p>
          <a:p>
            <a:r>
              <a:rPr lang="fi-FI" dirty="0"/>
              <a:t>Tee hajautustaulu</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5171</TotalTime>
  <Words>12037</Words>
  <Application>Microsoft Office PowerPoint</Application>
  <PresentationFormat>Widescreen</PresentationFormat>
  <Paragraphs>1513</Paragraphs>
  <Slides>158</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215</cp:revision>
  <dcterms:created xsi:type="dcterms:W3CDTF">2024-01-09T07:02:46Z</dcterms:created>
  <dcterms:modified xsi:type="dcterms:W3CDTF">2026-01-12T11:50:07Z</dcterms:modified>
</cp:coreProperties>
</file>