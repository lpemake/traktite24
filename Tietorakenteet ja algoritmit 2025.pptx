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52" r:id="rId116"/>
    <p:sldId id="404" r:id="rId117"/>
    <p:sldId id="453" r:id="rId118"/>
    <p:sldId id="405" r:id="rId119"/>
    <p:sldId id="406" r:id="rId120"/>
    <p:sldId id="410" r:id="rId121"/>
    <p:sldId id="407" r:id="rId122"/>
    <p:sldId id="408" r:id="rId123"/>
    <p:sldId id="411" r:id="rId124"/>
    <p:sldId id="413" r:id="rId125"/>
    <p:sldId id="414" r:id="rId126"/>
    <p:sldId id="415" r:id="rId127"/>
    <p:sldId id="416" r:id="rId128"/>
    <p:sldId id="417" r:id="rId129"/>
    <p:sldId id="412" r:id="rId130"/>
    <p:sldId id="420" r:id="rId131"/>
    <p:sldId id="421" r:id="rId132"/>
    <p:sldId id="425" r:id="rId133"/>
    <p:sldId id="426" r:id="rId134"/>
    <p:sldId id="427" r:id="rId135"/>
    <p:sldId id="428" r:id="rId136"/>
    <p:sldId id="429" r:id="rId137"/>
    <p:sldId id="430" r:id="rId138"/>
    <p:sldId id="431" r:id="rId139"/>
    <p:sldId id="423" r:id="rId140"/>
    <p:sldId id="422" r:id="rId141"/>
    <p:sldId id="424" r:id="rId142"/>
    <p:sldId id="432" r:id="rId143"/>
    <p:sldId id="433" r:id="rId144"/>
    <p:sldId id="434"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51" d="100"/>
          <a:sy n="51" d="100"/>
        </p:scale>
        <p:origin x="1268" y="264"/>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6.2.2026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139</a:t>
            </a:fld>
            <a:endParaRPr lang="fi-FI"/>
          </a:p>
        </p:txBody>
      </p:sp>
    </p:spTree>
    <p:extLst>
      <p:ext uri="{BB962C8B-B14F-4D97-AF65-F5344CB8AC3E}">
        <p14:creationId xmlns:p14="http://schemas.microsoft.com/office/powerpoint/2010/main" val="11488128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6.2.2026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30.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LueEhdokkaat2.java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luokka </a:t>
            </a:r>
            <a:r>
              <a:rPr lang="fi-FI"/>
              <a:t>Kunta (koodi, nimi, maakunta, väkiluku, pinta-ala)</a:t>
            </a:r>
            <a:endParaRPr lang="fi-FI" dirty="0"/>
          </a:p>
          <a:p>
            <a:r>
              <a:rPr lang="fi-FI" dirty="0"/>
              <a:t>Tee olio jokaisesta kunnasta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234364" y="3026206"/>
            <a:ext cx="11450097" cy="2812886"/>
          </a:xfrm>
          <a:prstGeom prst="rect">
            <a:avLst/>
          </a:prstGeom>
          <a:noFill/>
        </p:spPr>
        <p:txBody>
          <a:bodyPr wrap="square">
            <a:spAutoFit/>
          </a:bodyPr>
          <a:lstStyle/>
          <a:p>
            <a:pPr>
              <a:lnSpc>
                <a:spcPct val="150000"/>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ct val="150000"/>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ct val="150000"/>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ct val="150000"/>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477D0-E44E-B197-B36C-D991B2DBDC44}"/>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C5F9C836-723E-D54A-ACA9-035D5CDE9484}"/>
              </a:ext>
            </a:extLst>
          </p:cNvPr>
          <p:cNvSpPr>
            <a:spLocks noGrp="1"/>
          </p:cNvSpPr>
          <p:nvPr>
            <p:ph idx="1"/>
          </p:nvPr>
        </p:nvSpPr>
        <p:spPr/>
        <p:txBody>
          <a:bodyPr/>
          <a:lstStyle/>
          <a:p>
            <a:r>
              <a:rPr lang="fi-FI" dirty="0"/>
              <a:t>Tee ohjelma, joka lukee tiedoston kunnat.txt</a:t>
            </a:r>
          </a:p>
          <a:p>
            <a:r>
              <a:rPr lang="fi-FI" dirty="0"/>
              <a:t>Ohjelma laskee kunkin maakunnan pinta-alan (summa maakunnan kuntien pinta-alasta)</a:t>
            </a:r>
          </a:p>
          <a:p>
            <a:r>
              <a:rPr lang="fi-FI" dirty="0"/>
              <a:t>Ota pohjaksi KuntienLkm.java</a:t>
            </a:r>
          </a:p>
          <a:p>
            <a:r>
              <a:rPr lang="fi-FI" dirty="0" err="1"/>
              <a:t>HashMap</a:t>
            </a:r>
            <a:r>
              <a:rPr lang="fi-FI" dirty="0"/>
              <a:t>&lt;</a:t>
            </a:r>
            <a:r>
              <a:rPr lang="fi-FI" dirty="0" err="1"/>
              <a:t>String</a:t>
            </a:r>
            <a:r>
              <a:rPr lang="fi-FI" dirty="0"/>
              <a:t>, </a:t>
            </a:r>
            <a:r>
              <a:rPr lang="fi-FI" dirty="0" err="1"/>
              <a:t>Double</a:t>
            </a:r>
            <a:r>
              <a:rPr lang="fi-FI" dirty="0"/>
              <a:t>&gt; </a:t>
            </a:r>
            <a:r>
              <a:rPr lang="fi-FI" dirty="0" err="1"/>
              <a:t>maakuntienPA</a:t>
            </a:r>
            <a:endParaRPr lang="fi-FI" dirty="0"/>
          </a:p>
        </p:txBody>
      </p:sp>
    </p:spTree>
    <p:extLst>
      <p:ext uri="{BB962C8B-B14F-4D97-AF65-F5344CB8AC3E}">
        <p14:creationId xmlns:p14="http://schemas.microsoft.com/office/powerpoint/2010/main" val="297856161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70000" lnSpcReduction="20000"/>
          </a:bodyPr>
          <a:lstStyle/>
          <a:p>
            <a:r>
              <a:rPr lang="fi-FI" dirty="0"/>
              <a:t>Jatka kunta-tehtävää</a:t>
            </a:r>
          </a:p>
          <a:p>
            <a:r>
              <a:rPr lang="fi-FI" dirty="0"/>
              <a:t>Ota pohjaksi </a:t>
            </a:r>
            <a:r>
              <a:rPr lang="fi-FI" dirty="0" err="1"/>
              <a:t>KuntienLkm</a:t>
            </a:r>
            <a:r>
              <a:rPr lang="fi-FI" dirty="0"/>
              <a:t> (ja Kunnat.java)</a:t>
            </a:r>
          </a:p>
          <a:p>
            <a:r>
              <a:rPr lang="fi-FI" dirty="0"/>
              <a:t>Tee luokka Maakunta, joka sisältää listan sen kunnista</a:t>
            </a:r>
          </a:p>
          <a:p>
            <a:r>
              <a:rPr lang="fi-FI" dirty="0"/>
              <a:t>Tee hajautustaulu pääohjelmaan</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r>
              <a:rPr lang="fi-FI" dirty="0"/>
              <a:t>KunnatMaakunnissa.java</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62817E-424A-9858-A289-082EACDCB467}"/>
              </a:ext>
            </a:extLst>
          </p:cNvPr>
          <p:cNvSpPr>
            <a:spLocks noGrp="1"/>
          </p:cNvSpPr>
          <p:nvPr>
            <p:ph type="title"/>
          </p:nvPr>
        </p:nvSpPr>
        <p:spPr/>
        <p:txBody>
          <a:bodyPr/>
          <a:lstStyle/>
          <a:p>
            <a:r>
              <a:rPr lang="fi-FI" dirty="0"/>
              <a:t>Harjoitus</a:t>
            </a:r>
          </a:p>
        </p:txBody>
      </p:sp>
      <p:sp>
        <p:nvSpPr>
          <p:cNvPr id="3" name="Content Placeholder 2">
            <a:extLst>
              <a:ext uri="{FF2B5EF4-FFF2-40B4-BE49-F238E27FC236}">
                <a16:creationId xmlns:a16="http://schemas.microsoft.com/office/drawing/2014/main" id="{09E8B182-B7DC-36C9-1EF3-8868B726E61F}"/>
              </a:ext>
            </a:extLst>
          </p:cNvPr>
          <p:cNvSpPr>
            <a:spLocks noGrp="1"/>
          </p:cNvSpPr>
          <p:nvPr>
            <p:ph idx="1"/>
          </p:nvPr>
        </p:nvSpPr>
        <p:spPr/>
        <p:txBody>
          <a:bodyPr/>
          <a:lstStyle/>
          <a:p>
            <a:r>
              <a:rPr lang="fi-FI" dirty="0"/>
              <a:t>Ota kopio edellisestä harjoituksesta KunnatMaakunnissa.java</a:t>
            </a:r>
          </a:p>
          <a:p>
            <a:r>
              <a:rPr lang="fi-FI" dirty="0"/>
              <a:t>Muuta ohjelmaa siten, että käytetään hajautustaulua:</a:t>
            </a:r>
          </a:p>
          <a:p>
            <a:pPr lvl="1"/>
            <a:r>
              <a:rPr lang="fi-FI" dirty="0" err="1"/>
              <a:t>HashMap</a:t>
            </a:r>
            <a:r>
              <a:rPr lang="fi-FI" dirty="0"/>
              <a:t>&lt;</a:t>
            </a:r>
            <a:r>
              <a:rPr lang="fi-FI" dirty="0" err="1"/>
              <a:t>String</a:t>
            </a:r>
            <a:r>
              <a:rPr lang="fi-FI" dirty="0"/>
              <a:t>, </a:t>
            </a:r>
            <a:r>
              <a:rPr lang="fi-FI" dirty="0" err="1"/>
              <a:t>ArrayList</a:t>
            </a:r>
            <a:r>
              <a:rPr lang="fi-FI" dirty="0"/>
              <a:t>&lt;Kunta&gt;&gt; </a:t>
            </a:r>
            <a:r>
              <a:rPr lang="fi-FI" dirty="0" err="1"/>
              <a:t>kunnatMaakunnissa</a:t>
            </a:r>
            <a:r>
              <a:rPr lang="fi-FI" dirty="0"/>
              <a:t> </a:t>
            </a:r>
          </a:p>
          <a:p>
            <a:pPr lvl="1"/>
            <a:endParaRPr lang="fi-FI" dirty="0"/>
          </a:p>
          <a:p>
            <a:r>
              <a:rPr lang="fi-FI" dirty="0"/>
              <a:t>KunnatMaakunnissa2.java</a:t>
            </a:r>
          </a:p>
        </p:txBody>
      </p:sp>
    </p:spTree>
    <p:extLst>
      <p:ext uri="{BB962C8B-B14F-4D97-AF65-F5344CB8AC3E}">
        <p14:creationId xmlns:p14="http://schemas.microsoft.com/office/powerpoint/2010/main" val="225585886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Tehtäviä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1. Lue tiedosto names.txt. Tee tiedoston lukeminen </a:t>
            </a:r>
            <a:r>
              <a:rPr lang="fi-FI" dirty="0" err="1"/>
              <a:t>streameilla</a:t>
            </a:r>
            <a:endParaRPr lang="fi-FI" dirty="0"/>
          </a:p>
          <a:p>
            <a:pPr lvl="1"/>
            <a:r>
              <a:rPr lang="fi-FI" dirty="0"/>
              <a:t>Poimi tiedostosta pitkät nimet (yli 10 merkkiä). Järjestä pitkät nimet aakkosjärjestykseen.</a:t>
            </a:r>
          </a:p>
          <a:p>
            <a:pPr lvl="1"/>
            <a:r>
              <a:rPr lang="fi-FI" dirty="0"/>
              <a:t>Poimi tiedostosta erilliset nimet ja järjestä ne aakkosjärjestykseen</a:t>
            </a:r>
          </a:p>
          <a:p>
            <a:r>
              <a:rPr lang="fi-FI" dirty="0"/>
              <a:t>2. Ota mallia ohjelmasta LueEhdokkaat.java ja EhdokkaatStream.java</a:t>
            </a:r>
          </a:p>
          <a:p>
            <a:pPr lvl="1"/>
            <a:r>
              <a:rPr lang="fi-FI" dirty="0"/>
              <a:t>Lue tiedosto listaan </a:t>
            </a:r>
            <a:r>
              <a:rPr lang="fi-FI" dirty="0" err="1"/>
              <a:t>ArrayList</a:t>
            </a:r>
            <a:r>
              <a:rPr lang="fi-FI" dirty="0"/>
              <a:t>&lt;Ehdokas&gt; </a:t>
            </a:r>
            <a:r>
              <a:rPr lang="fi-FI" dirty="0" err="1"/>
              <a:t>streameja</a:t>
            </a:r>
            <a:r>
              <a:rPr lang="fi-FI" dirty="0"/>
              <a:t> käyttäen. Tulosta ehdokkaat äänimäärän mukaisessa järjestyksessä</a:t>
            </a:r>
          </a:p>
          <a:p>
            <a:pPr lvl="1"/>
            <a:r>
              <a:rPr lang="fi-FI" err="1"/>
              <a:t>LueEhdokkaatStreamFile</a:t>
            </a:r>
            <a:r>
              <a:rPr lang="fi-FI"/>
              <a:t>.java</a:t>
            </a:r>
            <a:endParaRPr lang="fi-FI" dirty="0"/>
          </a:p>
        </p:txBody>
      </p:sp>
    </p:spTree>
    <p:extLst>
      <p:ext uri="{BB962C8B-B14F-4D97-AF65-F5344CB8AC3E}">
        <p14:creationId xmlns:p14="http://schemas.microsoft.com/office/powerpoint/2010/main" val="403044038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5398</TotalTime>
  <Words>12048</Words>
  <Application>Microsoft Office PowerPoint</Application>
  <PresentationFormat>Widescreen</PresentationFormat>
  <Paragraphs>1509</Paragraphs>
  <Slides>158</Slides>
  <Notes>1</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Tehtäviä</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234</cp:revision>
  <dcterms:created xsi:type="dcterms:W3CDTF">2024-01-09T07:02:46Z</dcterms:created>
  <dcterms:modified xsi:type="dcterms:W3CDTF">2026-02-06T10:39:52Z</dcterms:modified>
</cp:coreProperties>
</file>